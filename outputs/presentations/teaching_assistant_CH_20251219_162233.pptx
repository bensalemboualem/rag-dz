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🎓 AI Teaching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Assistants IA spécialisés par matière</a:t>
            </a:r>
          </a:p>
          <a:p>
            <a:pPr>
              <a:spcAft>
                <a:spcPts val="1200"/>
              </a:spcAft>
              <a:defRPr sz="2400"/>
            </a:pPr>
            <a:r>
              <a:t>• Génération automatique d'exercices</a:t>
            </a:r>
          </a:p>
          <a:p>
            <a:pPr>
              <a:spcAft>
                <a:spcPts val="1200"/>
              </a:spcAft>
              <a:defRPr sz="2400"/>
            </a:pPr>
            <a:r>
              <a:t>• Correction instantanée avec feedback</a:t>
            </a:r>
          </a:p>
          <a:p>
            <a:pPr>
              <a:spcAft>
                <a:spcPts val="1200"/>
              </a:spcAft>
              <a:defRPr sz="2400"/>
            </a:pPr>
            <a:r>
              <a:t>• Adaptation au niveau de chaque élève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😤 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Préparation cours = 2-3 heures/jour</a:t>
            </a:r>
          </a:p>
          <a:p>
            <a:pPr>
              <a:spcAft>
                <a:spcPts val="1200"/>
              </a:spcAft>
              <a:defRPr sz="2400"/>
            </a:pPr>
            <a:r>
              <a:t>• Correction chronophage (30+ copies)</a:t>
            </a:r>
          </a:p>
          <a:p>
            <a:pPr>
              <a:spcAft>
                <a:spcPts val="1200"/>
              </a:spcAft>
              <a:defRPr sz="2400"/>
            </a:pPr>
            <a:r>
              <a:t>• Personnalisation difficile</a:t>
            </a:r>
          </a:p>
          <a:p>
            <a:pPr>
              <a:spcAft>
                <a:spcPts val="1200"/>
              </a:spcAft>
              <a:defRPr sz="2400"/>
            </a:pPr>
            <a:r>
              <a:t>• Burnout des enseignants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✨ La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1 Assistant IA par matière</a:t>
            </a:r>
          </a:p>
          <a:p>
            <a:pPr>
              <a:spcAft>
                <a:spcPts val="1200"/>
              </a:spcAft>
              <a:defRPr sz="2400"/>
            </a:pPr>
            <a:r>
              <a:t>• Exercices adaptés générés en 1 clic</a:t>
            </a:r>
          </a:p>
          <a:p>
            <a:pPr>
              <a:spcAft>
                <a:spcPts val="1200"/>
              </a:spcAft>
              <a:defRPr sz="2400"/>
            </a:pPr>
            <a:r>
              <a:t>• Correction automatique avec explications</a:t>
            </a:r>
          </a:p>
          <a:p>
            <a:pPr>
              <a:spcAft>
                <a:spcPts val="1200"/>
              </a:spcAft>
              <a:defRPr sz="2400"/>
            </a:pPr>
            <a:r>
              <a:t>• Dashboard suivi progression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📈 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70% de temps gagné</a:t>
            </a:r>
          </a:p>
          <a:p>
            <a:pPr>
              <a:spcAft>
                <a:spcPts val="1200"/>
              </a:spcAft>
              <a:defRPr sz="2400"/>
            </a:pPr>
            <a:r>
              <a:t>• 95% satisfaction enseignants</a:t>
            </a:r>
          </a:p>
          <a:p>
            <a:pPr>
              <a:spcAft>
                <a:spcPts val="1200"/>
              </a:spcAft>
              <a:defRPr sz="2400"/>
            </a:pPr>
            <a:r>
              <a:t>• ROI en 6 mois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💰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500 CHF/mois par école</a:t>
            </a:r>
          </a:p>
          <a:p>
            <a:pPr>
              <a:spcAft>
                <a:spcPts val="1200"/>
              </a:spcAft>
              <a:defRPr sz="2400"/>
            </a:pPr>
            <a:r>
              <a:t>• Jusqu'à 50 enseignants</a:t>
            </a:r>
          </a:p>
          <a:p>
            <a:pPr>
              <a:spcAft>
                <a:spcPts val="1200"/>
              </a:spcAft>
              <a:defRPr sz="2400"/>
            </a:pPr>
            <a:r>
              <a:t>• Formation incluse</a:t>
            </a:r>
          </a:p>
          <a:p>
            <a:pPr>
              <a:spcAft>
                <a:spcPts val="1200"/>
              </a:spcAft>
              <a:defRPr sz="2400"/>
            </a:pPr>
            <a:r>
              <a:t>• Support prioritaire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📞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contact@iafactory.ch</a:t>
            </a:r>
          </a:p>
          <a:p>
            <a:pPr>
              <a:spcAft>
                <a:spcPts val="1200"/>
              </a:spcAft>
              <a:defRPr sz="2400"/>
            </a:pPr>
            <a:r>
              <a:t>• www.iafactory.ch</a:t>
            </a:r>
          </a:p>
          <a:p>
            <a:pPr>
              <a:spcAft>
                <a:spcPts val="1200"/>
              </a:spcAft>
              <a:defRPr sz="2400"/>
            </a:pPr>
            <a:r>
              <a:t>• Démo gratuite disponible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